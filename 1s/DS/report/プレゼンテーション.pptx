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5" r:id="rId7"/>
    <p:sldId id="263" r:id="rId8"/>
    <p:sldId id="266" r:id="rId9"/>
    <p:sldId id="268" r:id="rId10"/>
    <p:sldId id="262" r:id="rId11"/>
    <p:sldId id="267" r:id="rId12"/>
    <p:sldId id="261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5ADE5D-E2A5-D64C-8A7E-C2CF13ED6055}" v="82" dt="2026-07-02T01:35:45.4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376"/>
    <p:restoredTop sz="94669"/>
  </p:normalViewPr>
  <p:slideViewPr>
    <p:cSldViewPr snapToGrid="0">
      <p:cViewPr varScale="1">
        <p:scale>
          <a:sx n="75" d="100"/>
          <a:sy n="75" d="100"/>
        </p:scale>
        <p:origin x="192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石川　陽史" userId="33708d72-1669-470e-9049-91f70702f72f" providerId="ADAL" clId="{E42ED944-3012-5A5F-A704-D0C3FC5B3F3B}"/>
    <pc:docChg chg="undo custSel addSld delSld modSld sldOrd modMainMaster">
      <pc:chgData name="石川　陽史" userId="33708d72-1669-470e-9049-91f70702f72f" providerId="ADAL" clId="{E42ED944-3012-5A5F-A704-D0C3FC5B3F3B}" dt="2026-07-02T01:35:46.658" v="2002" actId="2696"/>
      <pc:docMkLst>
        <pc:docMk/>
      </pc:docMkLst>
      <pc:sldChg chg="modSp mod">
        <pc:chgData name="石川　陽史" userId="33708d72-1669-470e-9049-91f70702f72f" providerId="ADAL" clId="{E42ED944-3012-5A5F-A704-D0C3FC5B3F3B}" dt="2026-07-02T00:33:13.490" v="342" actId="20577"/>
        <pc:sldMkLst>
          <pc:docMk/>
          <pc:sldMk cId="223988156" sldId="256"/>
        </pc:sldMkLst>
        <pc:spChg chg="mod">
          <ac:chgData name="石川　陽史" userId="33708d72-1669-470e-9049-91f70702f72f" providerId="ADAL" clId="{E42ED944-3012-5A5F-A704-D0C3FC5B3F3B}" dt="2026-07-02T00:33:13.490" v="342" actId="20577"/>
          <ac:spMkLst>
            <pc:docMk/>
            <pc:sldMk cId="223988156" sldId="256"/>
            <ac:spMk id="2" creationId="{5A4C8CC3-FC8F-0AB0-0522-3AE41F3B432A}"/>
          </ac:spMkLst>
        </pc:spChg>
        <pc:spChg chg="mod">
          <ac:chgData name="石川　陽史" userId="33708d72-1669-470e-9049-91f70702f72f" providerId="ADAL" clId="{E42ED944-3012-5A5F-A704-D0C3FC5B3F3B}" dt="2026-07-02T00:31:33.132" v="334" actId="242"/>
          <ac:spMkLst>
            <pc:docMk/>
            <pc:sldMk cId="223988156" sldId="256"/>
            <ac:spMk id="3" creationId="{F2A8E20C-F83D-C5B1-C0E9-105F7FCF0D07}"/>
          </ac:spMkLst>
        </pc:spChg>
      </pc:sldChg>
      <pc:sldChg chg="modSp new mod">
        <pc:chgData name="石川　陽史" userId="33708d72-1669-470e-9049-91f70702f72f" providerId="ADAL" clId="{E42ED944-3012-5A5F-A704-D0C3FC5B3F3B}" dt="2026-07-02T00:30:39.699" v="249" actId="20577"/>
        <pc:sldMkLst>
          <pc:docMk/>
          <pc:sldMk cId="1587503810" sldId="257"/>
        </pc:sldMkLst>
        <pc:spChg chg="mod">
          <ac:chgData name="石川　陽史" userId="33708d72-1669-470e-9049-91f70702f72f" providerId="ADAL" clId="{E42ED944-3012-5A5F-A704-D0C3FC5B3F3B}" dt="2026-07-02T00:16:07.329" v="26" actId="2711"/>
          <ac:spMkLst>
            <pc:docMk/>
            <pc:sldMk cId="1587503810" sldId="257"/>
            <ac:spMk id="2" creationId="{5E99F627-6E57-A651-0169-CCBF76EB3F32}"/>
          </ac:spMkLst>
        </pc:spChg>
        <pc:spChg chg="mod">
          <ac:chgData name="石川　陽史" userId="33708d72-1669-470e-9049-91f70702f72f" providerId="ADAL" clId="{E42ED944-3012-5A5F-A704-D0C3FC5B3F3B}" dt="2026-07-02T00:30:39.699" v="249" actId="20577"/>
          <ac:spMkLst>
            <pc:docMk/>
            <pc:sldMk cId="1587503810" sldId="257"/>
            <ac:spMk id="3" creationId="{40B40F61-84B4-E3E0-E040-160395F31D13}"/>
          </ac:spMkLst>
        </pc:spChg>
      </pc:sldChg>
      <pc:sldChg chg="new">
        <pc:chgData name="石川　陽史" userId="33708d72-1669-470e-9049-91f70702f72f" providerId="ADAL" clId="{E42ED944-3012-5A5F-A704-D0C3FC5B3F3B}" dt="2026-07-02T00:22:39.907" v="29" actId="680"/>
        <pc:sldMkLst>
          <pc:docMk/>
          <pc:sldMk cId="2121970742" sldId="258"/>
        </pc:sldMkLst>
      </pc:sldChg>
      <pc:sldChg chg="new del">
        <pc:chgData name="石川　陽史" userId="33708d72-1669-470e-9049-91f70702f72f" providerId="ADAL" clId="{E42ED944-3012-5A5F-A704-D0C3FC5B3F3B}" dt="2026-07-02T00:25:21.330" v="89" actId="680"/>
        <pc:sldMkLst>
          <pc:docMk/>
          <pc:sldMk cId="542040305" sldId="259"/>
        </pc:sldMkLst>
      </pc:sldChg>
      <pc:sldChg chg="new del">
        <pc:chgData name="石川　陽史" userId="33708d72-1669-470e-9049-91f70702f72f" providerId="ADAL" clId="{E42ED944-3012-5A5F-A704-D0C3FC5B3F3B}" dt="2026-07-02T00:25:23.326" v="91" actId="680"/>
        <pc:sldMkLst>
          <pc:docMk/>
          <pc:sldMk cId="2342653136" sldId="259"/>
        </pc:sldMkLst>
      </pc:sldChg>
      <pc:sldChg chg="modSp new mod">
        <pc:chgData name="石川　陽史" userId="33708d72-1669-470e-9049-91f70702f72f" providerId="ADAL" clId="{E42ED944-3012-5A5F-A704-D0C3FC5B3F3B}" dt="2026-07-02T00:25:29.895" v="111" actId="20577"/>
        <pc:sldMkLst>
          <pc:docMk/>
          <pc:sldMk cId="3308200081" sldId="259"/>
        </pc:sldMkLst>
        <pc:spChg chg="mod">
          <ac:chgData name="石川　陽史" userId="33708d72-1669-470e-9049-91f70702f72f" providerId="ADAL" clId="{E42ED944-3012-5A5F-A704-D0C3FC5B3F3B}" dt="2026-07-02T00:25:29.895" v="111" actId="20577"/>
          <ac:spMkLst>
            <pc:docMk/>
            <pc:sldMk cId="3308200081" sldId="259"/>
            <ac:spMk id="2" creationId="{11702516-130B-151F-9AB0-CCB8E63703A9}"/>
          </ac:spMkLst>
        </pc:spChg>
      </pc:sldChg>
      <pc:sldChg chg="modSp add mod ord">
        <pc:chgData name="石川　陽史" userId="33708d72-1669-470e-9049-91f70702f72f" providerId="ADAL" clId="{E42ED944-3012-5A5F-A704-D0C3FC5B3F3B}" dt="2026-07-02T00:55:20.126" v="657" actId="20577"/>
        <pc:sldMkLst>
          <pc:docMk/>
          <pc:sldMk cId="2452884732" sldId="260"/>
        </pc:sldMkLst>
        <pc:spChg chg="mod">
          <ac:chgData name="石川　陽史" userId="33708d72-1669-470e-9049-91f70702f72f" providerId="ADAL" clId="{E42ED944-3012-5A5F-A704-D0C3FC5B3F3B}" dt="2026-07-02T00:28:09.840" v="147" actId="20577"/>
          <ac:spMkLst>
            <pc:docMk/>
            <pc:sldMk cId="2452884732" sldId="260"/>
            <ac:spMk id="2" creationId="{E976278A-C92E-3077-5E67-0A2C8A61B5D5}"/>
          </ac:spMkLst>
        </pc:spChg>
        <pc:spChg chg="mod">
          <ac:chgData name="石川　陽史" userId="33708d72-1669-470e-9049-91f70702f72f" providerId="ADAL" clId="{E42ED944-3012-5A5F-A704-D0C3FC5B3F3B}" dt="2026-07-02T00:55:20.126" v="657" actId="20577"/>
          <ac:spMkLst>
            <pc:docMk/>
            <pc:sldMk cId="2452884732" sldId="260"/>
            <ac:spMk id="3" creationId="{B1781360-AC9B-E653-508F-196A5C77B532}"/>
          </ac:spMkLst>
        </pc:spChg>
      </pc:sldChg>
      <pc:sldChg chg="modSp add mod">
        <pc:chgData name="石川　陽史" userId="33708d72-1669-470e-9049-91f70702f72f" providerId="ADAL" clId="{E42ED944-3012-5A5F-A704-D0C3FC5B3F3B}" dt="2026-07-02T00:28:28.730" v="171" actId="20577"/>
        <pc:sldMkLst>
          <pc:docMk/>
          <pc:sldMk cId="173913821" sldId="261"/>
        </pc:sldMkLst>
        <pc:spChg chg="mod">
          <ac:chgData name="石川　陽史" userId="33708d72-1669-470e-9049-91f70702f72f" providerId="ADAL" clId="{E42ED944-3012-5A5F-A704-D0C3FC5B3F3B}" dt="2026-07-02T00:28:28.730" v="171" actId="20577"/>
          <ac:spMkLst>
            <pc:docMk/>
            <pc:sldMk cId="173913821" sldId="261"/>
            <ac:spMk id="2" creationId="{218145F5-11CC-6897-DAD5-F9FBD8CABDFE}"/>
          </ac:spMkLst>
        </pc:spChg>
      </pc:sldChg>
      <pc:sldChg chg="addSp delSp modSp new mod modAnim">
        <pc:chgData name="石川　陽史" userId="33708d72-1669-470e-9049-91f70702f72f" providerId="ADAL" clId="{E42ED944-3012-5A5F-A704-D0C3FC5B3F3B}" dt="2026-07-02T01:30:01.849" v="1965"/>
        <pc:sldMkLst>
          <pc:docMk/>
          <pc:sldMk cId="3621168623" sldId="262"/>
        </pc:sldMkLst>
        <pc:spChg chg="mod">
          <ac:chgData name="石川　陽史" userId="33708d72-1669-470e-9049-91f70702f72f" providerId="ADAL" clId="{E42ED944-3012-5A5F-A704-D0C3FC5B3F3B}" dt="2026-07-02T00:43:59.984" v="451" actId="20577"/>
          <ac:spMkLst>
            <pc:docMk/>
            <pc:sldMk cId="3621168623" sldId="262"/>
            <ac:spMk id="2" creationId="{04A7E439-E165-DD2E-A3E0-6673D79DF784}"/>
          </ac:spMkLst>
        </pc:spChg>
        <pc:spChg chg="mod">
          <ac:chgData name="石川　陽史" userId="33708d72-1669-470e-9049-91f70702f72f" providerId="ADAL" clId="{E42ED944-3012-5A5F-A704-D0C3FC5B3F3B}" dt="2026-07-02T01:10:39.478" v="1438" actId="403"/>
          <ac:spMkLst>
            <pc:docMk/>
            <pc:sldMk cId="3621168623" sldId="262"/>
            <ac:spMk id="3" creationId="{C0FB889C-E61F-B313-6A5B-3B929E139D8F}"/>
          </ac:spMkLst>
        </pc:spChg>
        <pc:picChg chg="add del mod">
          <ac:chgData name="石川　陽史" userId="33708d72-1669-470e-9049-91f70702f72f" providerId="ADAL" clId="{E42ED944-3012-5A5F-A704-D0C3FC5B3F3B}" dt="2026-07-02T01:26:40.680" v="1748" actId="21"/>
          <ac:picMkLst>
            <pc:docMk/>
            <pc:sldMk cId="3621168623" sldId="262"/>
            <ac:picMk id="4" creationId="{3A00777C-7778-6FF0-5DA6-3BD6AD04B96A}"/>
          </ac:picMkLst>
        </pc:picChg>
      </pc:sldChg>
      <pc:sldChg chg="new del">
        <pc:chgData name="石川　陽史" userId="33708d72-1669-470e-9049-91f70702f72f" providerId="ADAL" clId="{E42ED944-3012-5A5F-A704-D0C3FC5B3F3B}" dt="2026-07-02T00:33:22.123" v="344" actId="680"/>
        <pc:sldMkLst>
          <pc:docMk/>
          <pc:sldMk cId="3780229125" sldId="262"/>
        </pc:sldMkLst>
      </pc:sldChg>
      <pc:sldChg chg="new del">
        <pc:chgData name="石川　陽史" userId="33708d72-1669-470e-9049-91f70702f72f" providerId="ADAL" clId="{E42ED944-3012-5A5F-A704-D0C3FC5B3F3B}" dt="2026-07-02T00:46:52.410" v="619" actId="680"/>
        <pc:sldMkLst>
          <pc:docMk/>
          <pc:sldMk cId="355718172" sldId="263"/>
        </pc:sldMkLst>
      </pc:sldChg>
      <pc:sldChg chg="modSp new mod modAnim">
        <pc:chgData name="石川　陽史" userId="33708d72-1669-470e-9049-91f70702f72f" providerId="ADAL" clId="{E42ED944-3012-5A5F-A704-D0C3FC5B3F3B}" dt="2026-07-02T01:32:44.419" v="1984"/>
        <pc:sldMkLst>
          <pc:docMk/>
          <pc:sldMk cId="3585358644" sldId="263"/>
        </pc:sldMkLst>
        <pc:spChg chg="mod">
          <ac:chgData name="石川　陽史" userId="33708d72-1669-470e-9049-91f70702f72f" providerId="ADAL" clId="{E42ED944-3012-5A5F-A704-D0C3FC5B3F3B}" dt="2026-07-02T01:16:27.332" v="1510" actId="20577"/>
          <ac:spMkLst>
            <pc:docMk/>
            <pc:sldMk cId="3585358644" sldId="263"/>
            <ac:spMk id="2" creationId="{2D736CED-CE6D-13AD-19E2-1F80F84C274A}"/>
          </ac:spMkLst>
        </pc:spChg>
        <pc:spChg chg="mod">
          <ac:chgData name="石川　陽史" userId="33708d72-1669-470e-9049-91f70702f72f" providerId="ADAL" clId="{E42ED944-3012-5A5F-A704-D0C3FC5B3F3B}" dt="2026-07-02T01:21:33.118" v="1649" actId="20577"/>
          <ac:spMkLst>
            <pc:docMk/>
            <pc:sldMk cId="3585358644" sldId="263"/>
            <ac:spMk id="3" creationId="{0F7AAA20-D489-D8FA-722F-0E73421D5E9A}"/>
          </ac:spMkLst>
        </pc:spChg>
      </pc:sldChg>
      <pc:sldChg chg="addSp delSp modSp add del mod">
        <pc:chgData name="石川　陽史" userId="33708d72-1669-470e-9049-91f70702f72f" providerId="ADAL" clId="{E42ED944-3012-5A5F-A704-D0C3FC5B3F3B}" dt="2026-07-02T01:35:46.658" v="2002" actId="2696"/>
        <pc:sldMkLst>
          <pc:docMk/>
          <pc:sldMk cId="464389694" sldId="264"/>
        </pc:sldMkLst>
        <pc:spChg chg="add del mod">
          <ac:chgData name="石川　陽史" userId="33708d72-1669-470e-9049-91f70702f72f" providerId="ADAL" clId="{E42ED944-3012-5A5F-A704-D0C3FC5B3F3B}" dt="2026-07-02T01:35:44.234" v="2000" actId="21"/>
          <ac:spMkLst>
            <pc:docMk/>
            <pc:sldMk cId="464389694" sldId="264"/>
            <ac:spMk id="2" creationId="{C6508B13-CFF0-E0B2-18C1-A0A69884C6F4}"/>
          </ac:spMkLst>
        </pc:spChg>
        <pc:spChg chg="del mod">
          <ac:chgData name="石川　陽史" userId="33708d72-1669-470e-9049-91f70702f72f" providerId="ADAL" clId="{E42ED944-3012-5A5F-A704-D0C3FC5B3F3B}" dt="2026-07-02T01:23:26.012" v="1713" actId="478"/>
          <ac:spMkLst>
            <pc:docMk/>
            <pc:sldMk cId="464389694" sldId="264"/>
            <ac:spMk id="3" creationId="{F3137D21-3F8B-4ABD-6F1E-3760226AE9D8}"/>
          </ac:spMkLst>
        </pc:spChg>
        <pc:spChg chg="add del mod">
          <ac:chgData name="石川　陽史" userId="33708d72-1669-470e-9049-91f70702f72f" providerId="ADAL" clId="{E42ED944-3012-5A5F-A704-D0C3FC5B3F3B}" dt="2026-07-02T01:23:27.798" v="1714" actId="478"/>
          <ac:spMkLst>
            <pc:docMk/>
            <pc:sldMk cId="464389694" sldId="264"/>
            <ac:spMk id="5" creationId="{B915B7DA-AF32-D627-F378-1F2EA47F5021}"/>
          </ac:spMkLst>
        </pc:spChg>
        <pc:spChg chg="add del mod">
          <ac:chgData name="石川　陽史" userId="33708d72-1669-470e-9049-91f70702f72f" providerId="ADAL" clId="{E42ED944-3012-5A5F-A704-D0C3FC5B3F3B}" dt="2026-07-02T01:35:30.410" v="1995" actId="478"/>
          <ac:spMkLst>
            <pc:docMk/>
            <pc:sldMk cId="464389694" sldId="264"/>
            <ac:spMk id="8" creationId="{0DC26FA6-873E-BB50-DD23-55F47C6AAF80}"/>
          </ac:spMkLst>
        </pc:spChg>
        <pc:graphicFrameChg chg="add del mod modGraphic">
          <ac:chgData name="石川　陽史" userId="33708d72-1669-470e-9049-91f70702f72f" providerId="ADAL" clId="{E42ED944-3012-5A5F-A704-D0C3FC5B3F3B}" dt="2026-07-02T01:35:31.528" v="1996" actId="478"/>
          <ac:graphicFrameMkLst>
            <pc:docMk/>
            <pc:sldMk cId="464389694" sldId="264"/>
            <ac:graphicFrameMk id="6" creationId="{8CF2A42D-D285-07A4-4B47-7B240D550DA5}"/>
          </ac:graphicFrameMkLst>
        </pc:graphicFrameChg>
      </pc:sldChg>
      <pc:sldChg chg="addSp modSp new mod">
        <pc:chgData name="石川　陽史" userId="33708d72-1669-470e-9049-91f70702f72f" providerId="ADAL" clId="{E42ED944-3012-5A5F-A704-D0C3FC5B3F3B}" dt="2026-07-02T01:19:37.909" v="1546" actId="20577"/>
        <pc:sldMkLst>
          <pc:docMk/>
          <pc:sldMk cId="2436662780" sldId="265"/>
        </pc:sldMkLst>
        <pc:spChg chg="mod">
          <ac:chgData name="石川　陽史" userId="33708d72-1669-470e-9049-91f70702f72f" providerId="ADAL" clId="{E42ED944-3012-5A5F-A704-D0C3FC5B3F3B}" dt="2026-07-02T01:12:28.831" v="1482" actId="20577"/>
          <ac:spMkLst>
            <pc:docMk/>
            <pc:sldMk cId="2436662780" sldId="265"/>
            <ac:spMk id="2" creationId="{22C59E70-1B53-DD1E-23D1-96FA7C476B56}"/>
          </ac:spMkLst>
        </pc:spChg>
        <pc:spChg chg="mod">
          <ac:chgData name="石川　陽史" userId="33708d72-1669-470e-9049-91f70702f72f" providerId="ADAL" clId="{E42ED944-3012-5A5F-A704-D0C3FC5B3F3B}" dt="2026-07-02T01:18:45.470" v="1528" actId="20577"/>
          <ac:spMkLst>
            <pc:docMk/>
            <pc:sldMk cId="2436662780" sldId="265"/>
            <ac:spMk id="3" creationId="{9831F409-CE98-51A4-B40E-AF38548C1DBE}"/>
          </ac:spMkLst>
        </pc:spChg>
        <pc:spChg chg="add mod">
          <ac:chgData name="石川　陽史" userId="33708d72-1669-470e-9049-91f70702f72f" providerId="ADAL" clId="{E42ED944-3012-5A5F-A704-D0C3FC5B3F3B}" dt="2026-07-02T01:19:37.909" v="1546" actId="20577"/>
          <ac:spMkLst>
            <pc:docMk/>
            <pc:sldMk cId="2436662780" sldId="265"/>
            <ac:spMk id="4" creationId="{65F3C643-B22C-17C4-CCB5-54CD413FB15E}"/>
          </ac:spMkLst>
        </pc:spChg>
      </pc:sldChg>
      <pc:sldChg chg="new del">
        <pc:chgData name="石川　陽史" userId="33708d72-1669-470e-9049-91f70702f72f" providerId="ADAL" clId="{E42ED944-3012-5A5F-A704-D0C3FC5B3F3B}" dt="2026-07-02T01:12:19.151" v="1440" actId="680"/>
        <pc:sldMkLst>
          <pc:docMk/>
          <pc:sldMk cId="4154710218" sldId="265"/>
        </pc:sldMkLst>
      </pc:sldChg>
      <pc:sldChg chg="modSp add mod modAnim">
        <pc:chgData name="石川　陽史" userId="33708d72-1669-470e-9049-91f70702f72f" providerId="ADAL" clId="{E42ED944-3012-5A5F-A704-D0C3FC5B3F3B}" dt="2026-07-02T01:33:20.336" v="1992"/>
        <pc:sldMkLst>
          <pc:docMk/>
          <pc:sldMk cId="2102660189" sldId="266"/>
        </pc:sldMkLst>
        <pc:spChg chg="mod">
          <ac:chgData name="石川　陽史" userId="33708d72-1669-470e-9049-91f70702f72f" providerId="ADAL" clId="{E42ED944-3012-5A5F-A704-D0C3FC5B3F3B}" dt="2026-07-02T01:16:32.030" v="1513" actId="20577"/>
          <ac:spMkLst>
            <pc:docMk/>
            <pc:sldMk cId="2102660189" sldId="266"/>
            <ac:spMk id="2" creationId="{35E4EDC8-DF39-5EED-1D4B-16BCE65B5FD3}"/>
          </ac:spMkLst>
        </pc:spChg>
        <pc:spChg chg="mod">
          <ac:chgData name="石川　陽史" userId="33708d72-1669-470e-9049-91f70702f72f" providerId="ADAL" clId="{E42ED944-3012-5A5F-A704-D0C3FC5B3F3B}" dt="2026-07-02T01:22:26.977" v="1712" actId="14100"/>
          <ac:spMkLst>
            <pc:docMk/>
            <pc:sldMk cId="2102660189" sldId="266"/>
            <ac:spMk id="3" creationId="{900A0D6C-8C75-8C4B-1C22-7A862D63F907}"/>
          </ac:spMkLst>
        </pc:spChg>
      </pc:sldChg>
      <pc:sldChg chg="addSp delSp modSp new mod modAnim">
        <pc:chgData name="石川　陽史" userId="33708d72-1669-470e-9049-91f70702f72f" providerId="ADAL" clId="{E42ED944-3012-5A5F-A704-D0C3FC5B3F3B}" dt="2026-07-02T01:30:54.352" v="1975"/>
        <pc:sldMkLst>
          <pc:docMk/>
          <pc:sldMk cId="478367312" sldId="267"/>
        </pc:sldMkLst>
        <pc:spChg chg="del">
          <ac:chgData name="石川　陽史" userId="33708d72-1669-470e-9049-91f70702f72f" providerId="ADAL" clId="{E42ED944-3012-5A5F-A704-D0C3FC5B3F3B}" dt="2026-07-02T01:26:38.841" v="1747" actId="478"/>
          <ac:spMkLst>
            <pc:docMk/>
            <pc:sldMk cId="478367312" sldId="267"/>
            <ac:spMk id="2" creationId="{68DF288F-D07F-656F-C943-3806172F37BD}"/>
          </ac:spMkLst>
        </pc:spChg>
        <pc:spChg chg="del">
          <ac:chgData name="石川　陽史" userId="33708d72-1669-470e-9049-91f70702f72f" providerId="ADAL" clId="{E42ED944-3012-5A5F-A704-D0C3FC5B3F3B}" dt="2026-07-02T01:26:38.841" v="1747" actId="478"/>
          <ac:spMkLst>
            <pc:docMk/>
            <pc:sldMk cId="478367312" sldId="267"/>
            <ac:spMk id="3" creationId="{9B30801A-DACC-7D1D-DBAB-F7BDBED53923}"/>
          </ac:spMkLst>
        </pc:spChg>
        <pc:spChg chg="add mod">
          <ac:chgData name="石川　陽史" userId="33708d72-1669-470e-9049-91f70702f72f" providerId="ADAL" clId="{E42ED944-3012-5A5F-A704-D0C3FC5B3F3B}" dt="2026-07-02T01:29:16.272" v="1959" actId="692"/>
          <ac:spMkLst>
            <pc:docMk/>
            <pc:sldMk cId="478367312" sldId="267"/>
            <ac:spMk id="6" creationId="{2B64D9E3-E05E-C03D-BEB3-B547A0E58C2E}"/>
          </ac:spMkLst>
        </pc:spChg>
        <pc:picChg chg="add mod">
          <ac:chgData name="石川　陽史" userId="33708d72-1669-470e-9049-91f70702f72f" providerId="ADAL" clId="{E42ED944-3012-5A5F-A704-D0C3FC5B3F3B}" dt="2026-07-02T01:26:48.322" v="1752" actId="1076"/>
          <ac:picMkLst>
            <pc:docMk/>
            <pc:sldMk cId="478367312" sldId="267"/>
            <ac:picMk id="4" creationId="{4D17F6D6-2739-E1DA-5D77-0847CD07A076}"/>
          </ac:picMkLst>
        </pc:picChg>
        <pc:picChg chg="add mod">
          <ac:chgData name="石川　陽史" userId="33708d72-1669-470e-9049-91f70702f72f" providerId="ADAL" clId="{E42ED944-3012-5A5F-A704-D0C3FC5B3F3B}" dt="2026-07-02T01:27:48.222" v="1763" actId="1076"/>
          <ac:picMkLst>
            <pc:docMk/>
            <pc:sldMk cId="478367312" sldId="267"/>
            <ac:picMk id="5" creationId="{08AA3067-5256-03CD-F8C9-5ACBEAF33772}"/>
          </ac:picMkLst>
        </pc:picChg>
      </pc:sldChg>
      <pc:sldChg chg="modSp new">
        <pc:chgData name="石川　陽史" userId="33708d72-1669-470e-9049-91f70702f72f" providerId="ADAL" clId="{E42ED944-3012-5A5F-A704-D0C3FC5B3F3B}" dt="2026-07-02T01:35:45.407" v="2001"/>
        <pc:sldMkLst>
          <pc:docMk/>
          <pc:sldMk cId="855768369" sldId="268"/>
        </pc:sldMkLst>
        <pc:spChg chg="mod">
          <ac:chgData name="石川　陽史" userId="33708d72-1669-470e-9049-91f70702f72f" providerId="ADAL" clId="{E42ED944-3012-5A5F-A704-D0C3FC5B3F3B}" dt="2026-07-02T01:35:45.407" v="2001"/>
          <ac:spMkLst>
            <pc:docMk/>
            <pc:sldMk cId="855768369" sldId="268"/>
            <ac:spMk id="2" creationId="{CDB84638-0C71-D96D-9A40-283746AB854D}"/>
          </ac:spMkLst>
        </pc:spChg>
      </pc:sldChg>
      <pc:sldChg chg="new del">
        <pc:chgData name="石川　陽史" userId="33708d72-1669-470e-9049-91f70702f72f" providerId="ADAL" clId="{E42ED944-3012-5A5F-A704-D0C3FC5B3F3B}" dt="2026-07-02T01:35:39.542" v="1998" actId="680"/>
        <pc:sldMkLst>
          <pc:docMk/>
          <pc:sldMk cId="2243633279" sldId="268"/>
        </pc:sldMkLst>
      </pc:sldChg>
      <pc:sldMasterChg chg="modSldLayout">
        <pc:chgData name="石川　陽史" userId="33708d72-1669-470e-9049-91f70702f72f" providerId="ADAL" clId="{E42ED944-3012-5A5F-A704-D0C3FC5B3F3B}" dt="2026-07-02T00:33:07.485" v="336" actId="113"/>
        <pc:sldMasterMkLst>
          <pc:docMk/>
          <pc:sldMasterMk cId="2510308176" sldId="2147483648"/>
        </pc:sldMasterMkLst>
        <pc:sldLayoutChg chg="modSp mod">
          <pc:chgData name="石川　陽史" userId="33708d72-1669-470e-9049-91f70702f72f" providerId="ADAL" clId="{E42ED944-3012-5A5F-A704-D0C3FC5B3F3B}" dt="2026-07-02T00:33:07.485" v="336" actId="113"/>
          <pc:sldLayoutMkLst>
            <pc:docMk/>
            <pc:sldMasterMk cId="2510308176" sldId="2147483648"/>
            <pc:sldLayoutMk cId="519122071" sldId="2147483649"/>
          </pc:sldLayoutMkLst>
          <pc:spChg chg="mod">
            <ac:chgData name="石川　陽史" userId="33708d72-1669-470e-9049-91f70702f72f" providerId="ADAL" clId="{E42ED944-3012-5A5F-A704-D0C3FC5B3F3B}" dt="2026-07-02T00:33:07.485" v="336" actId="113"/>
            <ac:spMkLst>
              <pc:docMk/>
              <pc:sldMasterMk cId="2510308176" sldId="2147483648"/>
              <pc:sldLayoutMk cId="519122071" sldId="2147483649"/>
              <ac:spMk id="2" creationId="{82AAA5C1-478B-8CF8-FDB3-E28CDB50B669}"/>
            </ac:spMkLst>
          </pc:spChg>
        </pc:sldLayoutChg>
        <pc:sldLayoutChg chg="modSp mod">
          <pc:chgData name="石川　陽史" userId="33708d72-1669-470e-9049-91f70702f72f" providerId="ADAL" clId="{E42ED944-3012-5A5F-A704-D0C3FC5B3F3B}" dt="2026-07-02T00:16:22.071" v="28" actId="113"/>
          <pc:sldLayoutMkLst>
            <pc:docMk/>
            <pc:sldMasterMk cId="2510308176" sldId="2147483648"/>
            <pc:sldLayoutMk cId="910958401" sldId="2147483650"/>
          </pc:sldLayoutMkLst>
          <pc:spChg chg="mod">
            <ac:chgData name="石川　陽史" userId="33708d72-1669-470e-9049-91f70702f72f" providerId="ADAL" clId="{E42ED944-3012-5A5F-A704-D0C3FC5B3F3B}" dt="2026-07-02T00:16:22.071" v="28" actId="113"/>
            <ac:spMkLst>
              <pc:docMk/>
              <pc:sldMasterMk cId="2510308176" sldId="2147483648"/>
              <pc:sldLayoutMk cId="910958401" sldId="2147483650"/>
              <ac:spMk id="2" creationId="{CADBBFA9-F4F2-DB82-1D06-0212D0C707C5}"/>
            </ac:spMkLst>
          </pc:spChg>
        </pc:sldLayoutChg>
        <pc:sldLayoutChg chg="modSp mod">
          <pc:chgData name="石川　陽史" userId="33708d72-1669-470e-9049-91f70702f72f" providerId="ADAL" clId="{E42ED944-3012-5A5F-A704-D0C3FC5B3F3B}" dt="2026-07-02T00:25:45.539" v="113" actId="113"/>
          <pc:sldLayoutMkLst>
            <pc:docMk/>
            <pc:sldMasterMk cId="2510308176" sldId="2147483648"/>
            <pc:sldLayoutMk cId="238165799" sldId="2147483651"/>
          </pc:sldLayoutMkLst>
          <pc:spChg chg="mod">
            <ac:chgData name="石川　陽史" userId="33708d72-1669-470e-9049-91f70702f72f" providerId="ADAL" clId="{E42ED944-3012-5A5F-A704-D0C3FC5B3F3B}" dt="2026-07-02T00:25:45.539" v="113" actId="113"/>
            <ac:spMkLst>
              <pc:docMk/>
              <pc:sldMasterMk cId="2510308176" sldId="2147483648"/>
              <pc:sldLayoutMk cId="238165799" sldId="2147483651"/>
              <ac:spMk id="2" creationId="{88399A47-F380-86AB-EE66-94930BD37F37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AAA5C1-478B-8CF8-FDB3-E28CDB50B6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662F407-F262-1A38-C1DE-DF099E891D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8EAC814-0999-9E41-02AB-0F1A8899B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B3D7D-398B-0445-A1E4-13E0BD7D0987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92F5629-8A48-B204-79E1-B04C60818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3CB53AB-2ABA-71C2-E219-2936312F1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72A84-935F-5644-92DB-A5DD6C770B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9122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DBBFA9-F4F2-DB82-1D06-0212D0C70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CB1E3C9-11B1-BFED-371E-AE9AB4818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878B44F-35A4-7A7B-72C7-3FEEB0BED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B3D7D-398B-0445-A1E4-13E0BD7D0987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BA05D34-0AAA-171E-1875-C695E2602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4F3183A-6B9B-A3E1-7C7B-2BBA270F3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72A84-935F-5644-92DB-A5DD6C770B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0958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399A47-F380-86AB-EE66-94930BD37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33D9075-319A-2578-4CF5-ABB70CC18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C2E3D0-98C8-B284-0376-FE148033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B3D7D-398B-0445-A1E4-13E0BD7D0987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8A14240-BDAF-14F5-060C-12645C384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5F2B16F-4C5C-BD28-1B9D-020BD60A2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72A84-935F-5644-92DB-A5DD6C770B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165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58CE8F-03D8-A0E5-11F8-3B5D9795E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0CE1178-843B-BE2C-90A8-5B7EB60BAB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6CC2984-A1A3-219D-A3BB-6E5AA782B7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10E2C5F-5468-08BB-A1F0-9C818C798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B3D7D-398B-0445-A1E4-13E0BD7D0987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4186643-60BB-D0A0-E72F-261B4213F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1760033-EC62-19D8-9C8C-43CE6E125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72A84-935F-5644-92DB-A5DD6C770B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0772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EA7C5A-6505-9895-9EE9-A893099BB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822DB68-1B47-BEEE-2F50-ED22F766D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AAB12C9-F60B-5264-6D96-3E33507F31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AE386D3-78AE-5FA8-4A7D-18D33BA8FC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D48D4B9-6A91-1886-5D65-53C74EACC6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6F19E4A-4AC1-658C-5FB1-FF293015E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B3D7D-398B-0445-A1E4-13E0BD7D0987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DADDC5E-AA34-52C3-EED5-4521A85E5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B996DC4-A9EC-6576-7A45-62DFFD085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72A84-935F-5644-92DB-A5DD6C770B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1930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50443B-62B5-56DB-E240-108EA3B67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D27FFE5-089C-AB65-AB88-38349A777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B3D7D-398B-0445-A1E4-13E0BD7D0987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19D6BB4-FCE6-BD1D-D429-34ACC5A0A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FE13E2D-2660-00BB-A586-AFC2E6A83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72A84-935F-5644-92DB-A5DD6C770B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3998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CEA79A9-64CC-7758-0B34-978ECBD92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B3D7D-398B-0445-A1E4-13E0BD7D0987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EEBFC13-1E86-E11E-6A7F-009C13346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846B8EE-8DF1-DC42-8D91-C126D41BE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72A84-935F-5644-92DB-A5DD6C770B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8346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A1F3D7-97F4-F3B8-025A-CF796C8B4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3537D65-019C-B56C-CC40-40F6DA612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1359377-6349-0857-154D-D0A858B1B5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98AEC3F-F836-55FC-1726-3DB279540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B3D7D-398B-0445-A1E4-13E0BD7D0987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3BCA48B-121B-C5AA-9D63-4284F692B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8A9B5B0-17A9-1A62-9F8B-175A3B93C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72A84-935F-5644-92DB-A5DD6C770B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1410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72104A-3AD3-A796-E473-EB8927D02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35CB431-96A6-0F16-9C26-3F78941B6C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F889AF6-1178-493C-DDFD-4DD3D36EDF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D6FAEC2-4EF0-B876-F150-ADA2D4C1A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B3D7D-398B-0445-A1E4-13E0BD7D0987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820D522-0352-8095-6724-8957AF09B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C659624-B544-BF99-DD77-4ADC37830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72A84-935F-5644-92DB-A5DD6C770B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2452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536E2B-F039-C153-78B8-3897AFE1D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3CDD83A-100B-2FBA-752C-42F300D6D7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F54661D-AF05-8FD3-6556-3F2589B6A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B3D7D-398B-0445-A1E4-13E0BD7D0987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E1839A-A009-72DC-8D65-F9C0A0B33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784408-19A1-CF86-B28D-1B1B8358F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72A84-935F-5644-92DB-A5DD6C770B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5393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3011F72-FBBC-B366-9447-706B3566C6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DBB177C-EE4E-86FF-BC73-748DA9D7E9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A1DE7A-5C41-439C-8313-8B09556EC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B3D7D-398B-0445-A1E4-13E0BD7D0987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4338B1D-929B-D7FF-544A-5D0CECE6B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2F30776-8AC1-CA15-C92E-89D580412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72A84-935F-5644-92DB-A5DD6C770B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8652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7B82F4E-704B-D8E4-3E03-A7D184F69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2216849-4012-303C-9EC4-9BF828887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55562E1-A436-F476-75E7-2AE0185D82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4B3D7D-398B-0445-A1E4-13E0BD7D0987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996A870-99CC-36AF-B95D-B650DF7AAC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8D1F123-45D0-C55C-3402-DE1A2EAEA9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A72A84-935F-5644-92DB-A5DD6C770B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0308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4C8CC3-FC8F-0AB0-0522-3AE41F3B43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 err="1"/>
              <a:t>aaaaaa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2A8E20C-F83D-C5B1-C0E9-105F7FCF0D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b"/>
          <a:lstStyle/>
          <a:p>
            <a:r>
              <a:rPr kumimoji="1" lang="en-US" altLang="ja-JP" dirty="0"/>
              <a:t>26G1015</a:t>
            </a:r>
            <a:r>
              <a:rPr kumimoji="1" lang="ja-JP" altLang="en-US"/>
              <a:t>　石川</a:t>
            </a:r>
            <a:r>
              <a:rPr kumimoji="1" lang="en-US" altLang="ja-JP" dirty="0"/>
              <a:t> </a:t>
            </a:r>
            <a:r>
              <a:rPr kumimoji="1" lang="ja-JP" altLang="en-US"/>
              <a:t>陽史</a:t>
            </a:r>
            <a:endParaRPr kumimoji="1" lang="en-US" altLang="ja-JP" dirty="0"/>
          </a:p>
          <a:p>
            <a:r>
              <a:rPr lang="en-US" altLang="ja-JP" dirty="0"/>
              <a:t>26G1012</a:t>
            </a:r>
            <a:r>
              <a:rPr lang="ja-JP" altLang="en-US"/>
              <a:t>　石井</a:t>
            </a:r>
            <a:r>
              <a:rPr lang="en-US" altLang="ja-JP" dirty="0"/>
              <a:t> </a:t>
            </a:r>
            <a:r>
              <a:rPr lang="ja-JP" altLang="en-US"/>
              <a:t>陽泰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988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702516-130B-151F-9AB0-CCB8E6370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分析の目的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BCAD73B-A5DB-D815-2D8B-D5E475ED98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8200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99F627-6E57-A651-0169-CCBF76EB3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分析の目的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0B40F61-84B4-E3E0-E040-160395F31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/>
              <a:t>ああああ</a:t>
            </a:r>
          </a:p>
          <a:p>
            <a:r>
              <a:rPr lang="ja-JP" altLang="en-US"/>
              <a:t>人口密度に影響を与える要因を調べる．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7503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E9D716-3C14-CB20-E620-EDA1D1C4C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E5E582D-0349-BC92-027C-E0E78DE34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1970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EF7BB-4C2B-2123-7A04-9703A25AA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76278A-C92E-3077-5E67-0A2C8A61B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分析方法について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1781360-AC9B-E653-508F-196A5C77B5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452884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C59E70-1B53-DD1E-23D1-96FA7C476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分析に使用した説明変数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831F409-CE98-51A4-B40E-AF38548C1D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r>
              <a:rPr kumimoji="1" lang="ja-JP" altLang="en-US" sz="2400"/>
              <a:t>外国人人口</a:t>
            </a:r>
            <a:endParaRPr lang="en-US" altLang="ja-JP" sz="2400" dirty="0"/>
          </a:p>
          <a:p>
            <a:r>
              <a:rPr lang="ja-JP" altLang="ja-JP" sz="2400">
                <a:solidFill>
                  <a:srgbClr val="000000"/>
                </a:solidFill>
                <a:latin typeface="Gen Interface JP"/>
              </a:rPr>
              <a:t>事業所数（民営）（農業、林業）</a:t>
            </a:r>
            <a:endParaRPr lang="en-US" altLang="ja-JP" sz="2400" dirty="0">
              <a:solidFill>
                <a:srgbClr val="000000"/>
              </a:solidFill>
              <a:latin typeface="Gen Interface JP"/>
            </a:endParaRPr>
          </a:p>
          <a:p>
            <a:r>
              <a:rPr lang="ja-JP" altLang="en-US" sz="2400">
                <a:solidFill>
                  <a:srgbClr val="000000"/>
                </a:solidFill>
                <a:latin typeface="Gen Interface JP"/>
              </a:rPr>
              <a:t>歳出</a:t>
            </a:r>
            <a:r>
              <a:rPr lang="ja-JP" altLang="ja-JP" sz="2400">
                <a:solidFill>
                  <a:srgbClr val="000000"/>
                </a:solidFill>
                <a:latin typeface="Gen Interface JP"/>
              </a:rPr>
              <a:t>決算総額（市町村財政）</a:t>
            </a:r>
            <a:endParaRPr lang="en-US" altLang="ja-JP" sz="2400" dirty="0">
              <a:solidFill>
                <a:srgbClr val="000000"/>
              </a:solidFill>
              <a:latin typeface="Gen Interface JP"/>
            </a:endParaRPr>
          </a:p>
          <a:p>
            <a:r>
              <a:rPr lang="ja-JP" altLang="ja-JP" sz="2400">
                <a:solidFill>
                  <a:srgbClr val="000000"/>
                </a:solidFill>
                <a:latin typeface="Gen Interface JP"/>
              </a:rPr>
              <a:t>民生費（市町村財政）</a:t>
            </a:r>
            <a:endParaRPr lang="en-US" altLang="ja-JP" sz="2400" dirty="0">
              <a:solidFill>
                <a:srgbClr val="000000"/>
              </a:solidFill>
              <a:latin typeface="Gen Interface JP"/>
            </a:endParaRPr>
          </a:p>
          <a:p>
            <a:r>
              <a:rPr lang="ja-JP" altLang="ja-JP" sz="2400">
                <a:solidFill>
                  <a:srgbClr val="000000"/>
                </a:solidFill>
                <a:latin typeface="Gen Interface JP"/>
              </a:rPr>
              <a:t>幼稚園在園者数</a:t>
            </a:r>
            <a:endParaRPr lang="en-US" altLang="ja-JP" sz="2400" dirty="0">
              <a:solidFill>
                <a:srgbClr val="000000"/>
              </a:solidFill>
              <a:latin typeface="Gen Interface JP"/>
            </a:endParaRPr>
          </a:p>
          <a:p>
            <a:r>
              <a:rPr lang="ja-JP" altLang="ja-JP" sz="2400">
                <a:solidFill>
                  <a:srgbClr val="000000"/>
                </a:solidFill>
                <a:latin typeface="Gen Interface JP"/>
              </a:rPr>
              <a:t>高等学校生徒数</a:t>
            </a:r>
            <a:endParaRPr lang="en-US" altLang="ja-JP" sz="2400" dirty="0">
              <a:solidFill>
                <a:srgbClr val="000000"/>
              </a:solidFill>
              <a:latin typeface="Gen Interface JP"/>
            </a:endParaRPr>
          </a:p>
          <a:p>
            <a:r>
              <a:rPr lang="ja-JP" altLang="ja-JP" sz="2400">
                <a:solidFill>
                  <a:srgbClr val="000000"/>
                </a:solidFill>
                <a:latin typeface="Gen Interface JP"/>
              </a:rPr>
              <a:t>第３次産業就業者数</a:t>
            </a:r>
            <a:endParaRPr lang="en-US" altLang="ja-JP" sz="2400" dirty="0">
              <a:solidFill>
                <a:srgbClr val="000000"/>
              </a:solidFill>
              <a:latin typeface="Gen Interface JP"/>
            </a:endParaRPr>
          </a:p>
          <a:p>
            <a:r>
              <a:rPr lang="ja-JP" altLang="ja-JP" sz="2400">
                <a:solidFill>
                  <a:srgbClr val="000000"/>
                </a:solidFill>
                <a:latin typeface="Gen Interface JP"/>
              </a:rPr>
              <a:t>p15歳未満人口</a:t>
            </a:r>
            <a:endParaRPr lang="en-US" altLang="ja-JP" sz="2400" dirty="0">
              <a:solidFill>
                <a:srgbClr val="000000"/>
              </a:solidFill>
              <a:latin typeface="Gen Interface JP"/>
            </a:endParaRPr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65F3C643-B22C-17C4-CCB5-54CD413FB15E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ja-JP" sz="2400">
                <a:solidFill>
                  <a:srgbClr val="000000"/>
                </a:solidFill>
                <a:latin typeface="Gen Interface JP"/>
              </a:rPr>
              <a:t>p65歳以上の世帯員のいる核家族世帯数</a:t>
            </a:r>
            <a:endParaRPr lang="en-US" altLang="ja-JP" sz="2400" dirty="0">
              <a:solidFill>
                <a:srgbClr val="000000"/>
              </a:solidFill>
              <a:latin typeface="Gen Interface JP"/>
            </a:endParaRPr>
          </a:p>
          <a:p>
            <a:r>
              <a:rPr lang="ja-JP" altLang="ja-JP" sz="2400">
                <a:solidFill>
                  <a:srgbClr val="000000"/>
                </a:solidFill>
                <a:latin typeface="Gen Interface JP"/>
              </a:rPr>
              <a:t>p従業者数（民営）（卸売業、小売業）p農家数（自給的農家）</a:t>
            </a:r>
            <a:endParaRPr lang="en-US" altLang="ja-JP" sz="2400" dirty="0">
              <a:solidFill>
                <a:srgbClr val="000000"/>
              </a:solidFill>
              <a:latin typeface="Gen Interface JP"/>
            </a:endParaRPr>
          </a:p>
          <a:p>
            <a:r>
              <a:rPr lang="ja-JP" altLang="ja-JP" sz="2400">
                <a:solidFill>
                  <a:srgbClr val="000000"/>
                </a:solidFill>
                <a:latin typeface="Gen Interface JP"/>
              </a:rPr>
              <a:t>p従業者数（民営）（医療、福祉）</a:t>
            </a:r>
            <a:endParaRPr lang="en-US" altLang="ja-JP" sz="2400" dirty="0">
              <a:solidFill>
                <a:srgbClr val="000000"/>
              </a:solidFill>
              <a:latin typeface="Gen Interface JP"/>
            </a:endParaRPr>
          </a:p>
          <a:p>
            <a:r>
              <a:rPr lang="ja-JP" altLang="ja-JP" sz="2400">
                <a:solidFill>
                  <a:srgbClr val="000000"/>
                </a:solidFill>
                <a:latin typeface="Gen Interface JP"/>
              </a:rPr>
              <a:t>p歳出決算総額（市町村財政）</a:t>
            </a:r>
            <a:endParaRPr lang="en-US" altLang="ja-JP" sz="2400" dirty="0">
              <a:solidFill>
                <a:srgbClr val="000000"/>
              </a:solidFill>
              <a:latin typeface="Gen Interface JP"/>
            </a:endParaRPr>
          </a:p>
          <a:p>
            <a:r>
              <a:rPr lang="ja-JP" altLang="ja-JP" sz="2400">
                <a:solidFill>
                  <a:srgbClr val="000000"/>
                </a:solidFill>
                <a:latin typeface="Gen Interface JP"/>
              </a:rPr>
              <a:t>p第１次産業就業者数</a:t>
            </a:r>
            <a:endParaRPr lang="en-US" altLang="ja-JP" sz="2400" dirty="0">
              <a:solidFill>
                <a:srgbClr val="000000"/>
              </a:solidFill>
              <a:latin typeface="Gen Interface JP"/>
            </a:endParaRPr>
          </a:p>
          <a:p>
            <a:r>
              <a:rPr lang="ja-JP" altLang="ja-JP" sz="2400">
                <a:solidFill>
                  <a:srgbClr val="000000"/>
                </a:solidFill>
                <a:latin typeface="Gen Interface JP"/>
              </a:rPr>
              <a:t>p第２次産業就業者数</a:t>
            </a:r>
            <a:endParaRPr lang="en-US" altLang="ja-JP" sz="2400" dirty="0">
              <a:solidFill>
                <a:srgbClr val="000000"/>
              </a:solidFill>
              <a:latin typeface="Gen Interface JP"/>
            </a:endParaRPr>
          </a:p>
          <a:p>
            <a:r>
              <a:rPr lang="ja-JP" altLang="ja-JP" sz="2400">
                <a:solidFill>
                  <a:srgbClr val="000000"/>
                </a:solidFill>
                <a:latin typeface="Gen Interface JP"/>
              </a:rPr>
              <a:t>p第３次産業就業者数</a:t>
            </a:r>
            <a:endParaRPr lang="en-US" altLang="ja-JP" sz="2400" dirty="0">
              <a:solidFill>
                <a:srgbClr val="000000"/>
              </a:solidFill>
              <a:latin typeface="Gen Interface JP"/>
            </a:endParaRPr>
          </a:p>
          <a:p>
            <a:r>
              <a:rPr lang="ja-JP" altLang="ja-JP" sz="2400">
                <a:solidFill>
                  <a:srgbClr val="000000"/>
                </a:solidFill>
                <a:latin typeface="Gen Interface JP"/>
              </a:rPr>
              <a:t>p小売店数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436662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736CED-CE6D-13AD-19E2-1F80F84C2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データの選別　</a:t>
            </a:r>
            <a:r>
              <a:rPr kumimoji="1" lang="en-US" altLang="ja-JP" dirty="0"/>
              <a:t>①</a:t>
            </a:r>
            <a:r>
              <a:rPr kumimoji="1" lang="ja-JP" altLang="en-US"/>
              <a:t>予測</a:t>
            </a:r>
            <a:r>
              <a:rPr kumimoji="1" lang="en-US" altLang="ja-JP" dirty="0"/>
              <a:t>1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F7AAA20-D489-D8FA-722F-0E73421D5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sz="3600"/>
              <a:t>・</a:t>
            </a:r>
            <a:r>
              <a:rPr kumimoji="1" lang="ja-JP" altLang="en-US" sz="3600" u="sng"/>
              <a:t>財政が健全</a:t>
            </a:r>
            <a:r>
              <a:rPr kumimoji="1" lang="ja-JP" altLang="en-US" sz="3600"/>
              <a:t>である可能性</a:t>
            </a:r>
            <a:endParaRPr kumimoji="1" lang="en-US" altLang="ja-JP" dirty="0"/>
          </a:p>
          <a:p>
            <a:pPr marL="0" indent="0">
              <a:buNone/>
            </a:pPr>
            <a:r>
              <a:rPr lang="en-US" altLang="ja-JP" dirty="0"/>
              <a:t>	</a:t>
            </a:r>
            <a:r>
              <a:rPr lang="ja-JP" altLang="en-US"/>
              <a:t>・</a:t>
            </a:r>
            <a:r>
              <a:rPr kumimoji="1" lang="ja-JP" altLang="en-US"/>
              <a:t>「</a:t>
            </a:r>
            <a:r>
              <a:rPr lang="ja-JP" altLang="en-US"/>
              <a:t>歳出</a:t>
            </a:r>
            <a:r>
              <a:rPr kumimoji="1" lang="ja-JP" altLang="en-US"/>
              <a:t>決算総額」</a:t>
            </a:r>
            <a:endParaRPr kumimoji="1" lang="en-US" altLang="ja-JP" dirty="0"/>
          </a:p>
          <a:p>
            <a:pPr marL="0" indent="0">
              <a:buNone/>
            </a:pPr>
            <a:r>
              <a:rPr lang="en-US" altLang="ja-JP" dirty="0"/>
              <a:t>	</a:t>
            </a:r>
            <a:r>
              <a:rPr lang="ja-JP" altLang="en-US"/>
              <a:t>・「民生費」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	</a:t>
            </a:r>
            <a:r>
              <a:rPr lang="ja-JP" altLang="en-US"/>
              <a:t>・「人口あたり</a:t>
            </a:r>
            <a:r>
              <a:rPr lang="ja-JP" altLang="ja-JP">
                <a:solidFill>
                  <a:srgbClr val="000000"/>
                </a:solidFill>
                <a:latin typeface="Gen Interface JP"/>
              </a:rPr>
              <a:t>歳出決算総額</a:t>
            </a:r>
            <a:r>
              <a:rPr lang="ja-JP" altLang="en-US"/>
              <a:t>」</a:t>
            </a:r>
            <a:endParaRPr lang="en-US" altLang="ja-JP" dirty="0"/>
          </a:p>
          <a:p>
            <a:pPr marL="0" indent="0">
              <a:buNone/>
            </a:pPr>
            <a:endParaRPr lang="en-US" altLang="ja-JP" sz="1400" dirty="0"/>
          </a:p>
          <a:p>
            <a:pPr marL="0" indent="0">
              <a:buNone/>
            </a:pPr>
            <a:r>
              <a:rPr kumimoji="1" lang="ja-JP" altLang="en-US" sz="3600"/>
              <a:t>・</a:t>
            </a:r>
            <a:r>
              <a:rPr kumimoji="1" lang="ja-JP" altLang="en-US" sz="3600" u="sng"/>
              <a:t>若年層の割合</a:t>
            </a:r>
            <a:r>
              <a:rPr kumimoji="1" lang="ja-JP" altLang="en-US" sz="3600"/>
              <a:t>が高い可能性</a:t>
            </a:r>
            <a:endParaRPr kumimoji="1" lang="en-US" altLang="ja-JP" sz="3600" dirty="0"/>
          </a:p>
          <a:p>
            <a:pPr marL="0" indent="0">
              <a:buNone/>
            </a:pPr>
            <a:r>
              <a:rPr kumimoji="1" lang="en-US" altLang="ja-JP" sz="3600" dirty="0"/>
              <a:t>	</a:t>
            </a:r>
            <a:r>
              <a:rPr kumimoji="1" lang="ja-JP" altLang="en-US"/>
              <a:t>・「総人口あたり</a:t>
            </a:r>
            <a:r>
              <a:rPr kumimoji="1" lang="en-US" altLang="ja-JP" dirty="0"/>
              <a:t>15</a:t>
            </a:r>
            <a:r>
              <a:rPr kumimoji="1" lang="ja-JP" altLang="en-US"/>
              <a:t>歳以下人口」</a:t>
            </a:r>
            <a:endParaRPr kumimoji="1" lang="en-US" altLang="ja-JP" dirty="0"/>
          </a:p>
          <a:p>
            <a:pPr marL="0" indent="0">
              <a:buNone/>
            </a:pPr>
            <a:r>
              <a:rPr lang="en-US" altLang="ja-JP" sz="3600" dirty="0"/>
              <a:t>	</a:t>
            </a:r>
            <a:r>
              <a:rPr lang="ja-JP" altLang="en-US"/>
              <a:t>・「幼稚園数」</a:t>
            </a:r>
            <a:endParaRPr lang="en-US" altLang="ja-JP" dirty="0"/>
          </a:p>
          <a:p>
            <a:pPr marL="0" indent="0">
              <a:buNone/>
            </a:pPr>
            <a:r>
              <a:rPr kumimoji="1" lang="en-US" altLang="ja-JP" dirty="0"/>
              <a:t>	</a:t>
            </a:r>
            <a:r>
              <a:rPr kumimoji="1" lang="ja-JP" altLang="en-US"/>
              <a:t>・「幼稚園在園者数」</a:t>
            </a:r>
            <a:r>
              <a:rPr lang="ja-JP" altLang="en-US"/>
              <a:t>「</a:t>
            </a:r>
            <a:r>
              <a:rPr lang="ja-JP" altLang="ja-JP">
                <a:solidFill>
                  <a:srgbClr val="000000"/>
                </a:solidFill>
                <a:latin typeface="Gen Interface JP"/>
              </a:rPr>
              <a:t>高等学校生徒数</a:t>
            </a:r>
            <a:r>
              <a:rPr lang="ja-JP" altLang="en-US"/>
              <a:t>」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585358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C56BD-C5C7-52A5-8351-42DB4BC4C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E4EDC8-DF39-5EED-1D4B-16BCE65B5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データの選別　</a:t>
            </a:r>
            <a:r>
              <a:rPr kumimoji="1" lang="en-US" altLang="ja-JP" dirty="0"/>
              <a:t>①</a:t>
            </a:r>
            <a:r>
              <a:rPr kumimoji="1" lang="ja-JP" altLang="en-US"/>
              <a:t>予測</a:t>
            </a:r>
            <a:r>
              <a:rPr lang="en-US" altLang="ja-JP" dirty="0"/>
              <a:t>2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00A0D6C-8C75-8C4B-1C22-7A862D63F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672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sz="3600"/>
              <a:t>・</a:t>
            </a:r>
            <a:r>
              <a:rPr kumimoji="1" lang="ja-JP" altLang="en-US" sz="3600" u="sng"/>
              <a:t>多国籍化</a:t>
            </a:r>
            <a:r>
              <a:rPr kumimoji="1" lang="ja-JP" altLang="en-US" sz="3600"/>
              <a:t>が進んでいる可能性</a:t>
            </a:r>
            <a:endParaRPr lang="en-US" altLang="ja-JP" sz="3600" dirty="0"/>
          </a:p>
          <a:p>
            <a:pPr marL="0" indent="0">
              <a:buNone/>
            </a:pPr>
            <a:r>
              <a:rPr lang="en-US" altLang="ja-JP" sz="3200" dirty="0"/>
              <a:t>	</a:t>
            </a:r>
            <a:r>
              <a:rPr lang="ja-JP" altLang="en-US"/>
              <a:t>・</a:t>
            </a:r>
            <a:r>
              <a:rPr kumimoji="1" lang="ja-JP" altLang="en-US"/>
              <a:t>「</a:t>
            </a:r>
            <a:r>
              <a:rPr lang="ja-JP" altLang="en-US"/>
              <a:t>外国人人口</a:t>
            </a:r>
            <a:r>
              <a:rPr kumimoji="1" lang="ja-JP" altLang="en-US"/>
              <a:t>」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sz="1400" dirty="0"/>
          </a:p>
          <a:p>
            <a:pPr marL="0" indent="0">
              <a:buNone/>
            </a:pPr>
            <a:r>
              <a:rPr kumimoji="1" lang="ja-JP" altLang="en-US" sz="3600"/>
              <a:t>・</a:t>
            </a:r>
            <a:r>
              <a:rPr kumimoji="1" lang="ja-JP" altLang="en-US" sz="3600" u="sng"/>
              <a:t>サービス業就業者数</a:t>
            </a:r>
            <a:r>
              <a:rPr kumimoji="1" lang="ja-JP" altLang="en-US" sz="3600"/>
              <a:t>が多い可能性</a:t>
            </a:r>
            <a:endParaRPr kumimoji="1" lang="en-US" altLang="ja-JP" sz="3600" dirty="0"/>
          </a:p>
          <a:p>
            <a:pPr marL="0" indent="0">
              <a:buNone/>
            </a:pPr>
            <a:r>
              <a:rPr kumimoji="1" lang="en-US" altLang="ja-JP" sz="3600" dirty="0"/>
              <a:t>	</a:t>
            </a:r>
            <a:r>
              <a:rPr kumimoji="1" lang="ja-JP" altLang="en-US"/>
              <a:t>・「</a:t>
            </a:r>
            <a:r>
              <a:rPr lang="ja-JP" altLang="ja-JP">
                <a:solidFill>
                  <a:srgbClr val="000000"/>
                </a:solidFill>
                <a:latin typeface="Gen Interface JP"/>
              </a:rPr>
              <a:t>第３次産業就業者数</a:t>
            </a:r>
            <a:r>
              <a:rPr kumimoji="1" lang="ja-JP" altLang="en-US"/>
              <a:t>」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sz="1400" dirty="0"/>
          </a:p>
          <a:p>
            <a:pPr marL="0" indent="0">
              <a:buNone/>
            </a:pPr>
            <a:r>
              <a:rPr lang="ja-JP" altLang="en-US" sz="3600"/>
              <a:t>・</a:t>
            </a:r>
            <a:r>
              <a:rPr lang="ja-JP" altLang="en-US" sz="3600" u="sng"/>
              <a:t>核家族化</a:t>
            </a:r>
            <a:r>
              <a:rPr lang="ja-JP" altLang="en-US" sz="3600"/>
              <a:t>が進んでいる可能性</a:t>
            </a:r>
            <a:endParaRPr lang="en-US" altLang="ja-JP" sz="3600" dirty="0"/>
          </a:p>
          <a:p>
            <a:pPr marL="0" indent="0">
              <a:buNone/>
            </a:pPr>
            <a:r>
              <a:rPr lang="en-US" altLang="ja-JP" dirty="0"/>
              <a:t>	</a:t>
            </a:r>
            <a:r>
              <a:rPr lang="ja-JP" altLang="en-US"/>
              <a:t>・「</a:t>
            </a:r>
            <a:r>
              <a:rPr lang="ja-JP" altLang="ja-JP">
                <a:solidFill>
                  <a:srgbClr val="000000"/>
                </a:solidFill>
                <a:latin typeface="Gen Interface JP"/>
              </a:rPr>
              <a:t>p65歳以上の世帯員のいる核家族世帯数</a:t>
            </a:r>
            <a:r>
              <a:rPr lang="ja-JP" altLang="en-US">
                <a:solidFill>
                  <a:srgbClr val="000000"/>
                </a:solidFill>
                <a:latin typeface="Gen Interface JP"/>
              </a:rPr>
              <a:t>」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102660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B84638-0C71-D96D-9A40-283746AB8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データの選別　</a:t>
            </a:r>
            <a:r>
              <a:rPr lang="en-US" altLang="ja-JP" dirty="0"/>
              <a:t>②</a:t>
            </a:r>
            <a:r>
              <a:rPr lang="ja-JP" altLang="en-US"/>
              <a:t>試行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1ECBEC7-1821-AF17-4BEA-CE14BBBFE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5768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A7E439-E165-DD2E-A3E0-6673D79DF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Power Query</a:t>
            </a:r>
            <a:r>
              <a:rPr kumimoji="1" lang="ja-JP" altLang="en-US"/>
              <a:t>の活用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0FB889C-E61F-B313-6A5B-3B929E139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340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sz="3600"/>
              <a:t>・</a:t>
            </a:r>
            <a:r>
              <a:rPr kumimoji="1" lang="en-US" altLang="ja-JP" sz="3600" dirty="0"/>
              <a:t>SSDSE</a:t>
            </a:r>
            <a:r>
              <a:rPr kumimoji="1" lang="ja-JP" altLang="en-US" sz="3600"/>
              <a:t>データを並び替えるのが面倒</a:t>
            </a:r>
            <a:r>
              <a:rPr kumimoji="1" lang="en-US" altLang="ja-JP" sz="3600" dirty="0"/>
              <a:t>…</a:t>
            </a:r>
          </a:p>
          <a:p>
            <a:pPr marL="0" indent="0">
              <a:buNone/>
            </a:pPr>
            <a:r>
              <a:rPr lang="ja-JP" altLang="en-US" sz="3600">
                <a:latin typeface="HGPSoeiKakupoptai" pitchFamily="82" charset="-128"/>
                <a:ea typeface="HGPSoeiKakupoptai" pitchFamily="82" charset="-128"/>
              </a:rPr>
              <a:t>→データの並び替えを数クリックでできるように！</a:t>
            </a:r>
            <a:endParaRPr kumimoji="1" lang="ja-JP" altLang="en-US" sz="3600">
              <a:latin typeface="HGPSoeiKakupoptai" pitchFamily="82" charset="-128"/>
              <a:ea typeface="HGPSoeiKakupoptai" pitchFamily="8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21168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4D17F6D6-2739-E1DA-5D77-0847CD07A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957" y="489298"/>
            <a:ext cx="4689929" cy="5879404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08AA3067-5256-03CD-F8C9-5ACBEAF33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3916" y="1645255"/>
            <a:ext cx="5504127" cy="3567489"/>
          </a:xfrm>
          <a:prstGeom prst="rect">
            <a:avLst/>
          </a:prstGeom>
          <a:ln w="28575">
            <a:solidFill>
              <a:schemeClr val="bg2">
                <a:lumMod val="50000"/>
              </a:schemeClr>
            </a:solidFill>
          </a:ln>
        </p:spPr>
      </p:pic>
      <p:sp>
        <p:nvSpPr>
          <p:cNvPr id="6" name="右矢印 5">
            <a:extLst>
              <a:ext uri="{FF2B5EF4-FFF2-40B4-BE49-F238E27FC236}">
                <a16:creationId xmlns:a16="http://schemas.microsoft.com/office/drawing/2014/main" id="{2B64D9E3-E05E-C03D-BEB3-B547A0E58C2E}"/>
              </a:ext>
            </a:extLst>
          </p:cNvPr>
          <p:cNvSpPr/>
          <p:nvPr/>
        </p:nvSpPr>
        <p:spPr>
          <a:xfrm>
            <a:off x="5130101" y="3093356"/>
            <a:ext cx="1117600" cy="671285"/>
          </a:xfrm>
          <a:prstGeom prst="rightArrow">
            <a:avLst/>
          </a:prstGeom>
          <a:gradFill flip="none" rotWithShape="1">
            <a:gsLst>
              <a:gs pos="0">
                <a:srgbClr val="FF0000"/>
              </a:gs>
              <a:gs pos="16000">
                <a:srgbClr val="FFC000"/>
              </a:gs>
              <a:gs pos="78000">
                <a:srgbClr val="0070C0"/>
              </a:gs>
              <a:gs pos="66000">
                <a:srgbClr val="00B0F0"/>
              </a:gs>
              <a:gs pos="53000">
                <a:srgbClr val="00B050"/>
              </a:gs>
              <a:gs pos="40000">
                <a:srgbClr val="92D050"/>
              </a:gs>
              <a:gs pos="28000">
                <a:srgbClr val="FFFF00"/>
              </a:gs>
              <a:gs pos="93000">
                <a:srgbClr val="7030A0"/>
              </a:gs>
            </a:gsLst>
            <a:lin ang="0" scaled="1"/>
            <a:tileRect/>
          </a:gra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8367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CA9A6-3FB2-355F-BE56-7175F3652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8145F5-11CC-6897-DAD5-F9FBD8CAB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結果と考察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91C6FEA-65DB-8D86-ED6D-A4CF3B11A1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913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280</Words>
  <Application>Microsoft Macintosh PowerPoint</Application>
  <PresentationFormat>ワイド画面</PresentationFormat>
  <Paragraphs>49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9" baseType="lpstr">
      <vt:lpstr>Gen Interface JP</vt:lpstr>
      <vt:lpstr>HGPSoeiKakupoptai</vt:lpstr>
      <vt:lpstr>游ゴシック</vt:lpstr>
      <vt:lpstr>游ゴシック</vt:lpstr>
      <vt:lpstr>游ゴシック Light</vt:lpstr>
      <vt:lpstr>Arial</vt:lpstr>
      <vt:lpstr>Office テーマ</vt:lpstr>
      <vt:lpstr>aaaaaa</vt:lpstr>
      <vt:lpstr>分析の目的</vt:lpstr>
      <vt:lpstr>分析の目的</vt:lpstr>
      <vt:lpstr>PowerPoint プレゼンテーション</vt:lpstr>
      <vt:lpstr>分析方法について</vt:lpstr>
      <vt:lpstr>分析に使用した説明変数</vt:lpstr>
      <vt:lpstr>データの選別　①予測1</vt:lpstr>
      <vt:lpstr>データの選別　①予測2</vt:lpstr>
      <vt:lpstr>データの選別　②試行</vt:lpstr>
      <vt:lpstr>Power Queryの活用</vt:lpstr>
      <vt:lpstr>PowerPoint プレゼンテーション</vt:lpstr>
      <vt:lpstr>結果と考察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石川　陽史</dc:creator>
  <cp:lastModifiedBy>石川　陽史</cp:lastModifiedBy>
  <cp:revision>12</cp:revision>
  <dcterms:created xsi:type="dcterms:W3CDTF">2026-07-02T00:06:29Z</dcterms:created>
  <dcterms:modified xsi:type="dcterms:W3CDTF">2026-07-02T02:00:29Z</dcterms:modified>
</cp:coreProperties>
</file>